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계정 관리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 계정 관리 기록. 신규 계정은 업무별 최소권한을 확인하고 부서장의 승인 후 발급했다. 퇴직자 계정은 퇴직 당일 삭제했다. 계정별 신청자, 승인자, 처리일시와 권한 변경 내역을 기록했다.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계정 관리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 계정 관리 기록. 신규 계정은 업무별 최소권한을 확인하고 부서장의 승인 후 발급했다. 퇴직자 계정은 퇴직 당일 삭제했다. 계정별 신청자, 승인자, 처리일시와 권한 변경 내역을 기록했다.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